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365760"/>
            <a:ext cx="3474720" cy="2560320"/>
          </a:xfrm>
          <a:prstGeom prst="ellipse">
            <a:avLst/>
          </a:prstGeom>
          <a:solidFill>
            <a:srgbClr val="DBF0FF">
              <a:alpha val="70000"/>
            </a:srgbClr>
          </a:solidFill>
          <a:ln w="12700">
            <a:solidFill>
              <a:srgbClr val="DB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754880"/>
            <a:ext cx="3108960" cy="2194560"/>
          </a:xfrm>
          <a:prstGeom prst="ellipse">
            <a:avLst/>
          </a:prstGeom>
          <a:solidFill>
            <a:srgbClr val="FFF4C7">
              <a:alpha val="65000"/>
            </a:srgbClr>
          </a:solidFill>
          <a:ln w="12700">
            <a:solidFill>
              <a:srgbClr val="FFF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920240"/>
            <a:ext cx="2377440" cy="1828800"/>
          </a:xfrm>
          <a:prstGeom prst="ellipse">
            <a:avLst/>
          </a:prstGeom>
          <a:solidFill>
            <a:srgbClr val="FFE8F0">
              <a:alpha val="55000"/>
            </a:srgbClr>
          </a:solidFill>
          <a:ln w="12700">
            <a:solidFill>
              <a:srgbClr val="FFE8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21792"/>
            <a:ext cx="2148840" cy="292608"/>
          </a:xfrm>
          <a:prstGeom prst="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Trust-First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Эволюция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Матчинга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276148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детерминированной математики и эвристики к системе, которая учится на реальных исходах и повышает шанс на долгий, спокойный fit между семьей и няней.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713232"/>
            <a:ext cx="4663440" cy="5212080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8120" y="1463040"/>
            <a:ext cx="1965960" cy="1965960"/>
          </a:xfrm>
          <a:prstGeom prst="ellipse">
            <a:avLst/>
          </a:prstGeom>
          <a:solidFill>
            <a:srgbClr val="FDFBF7">
              <a:alpha val="0"/>
            </a:srgbClr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1993392"/>
            <a:ext cx="868680" cy="86868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7927848" y="1901952"/>
            <a:ext cx="1737360" cy="1051560"/>
          </a:xfrm>
          <a:prstGeom prst="chevron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8392" y="2313432"/>
            <a:ext cx="109728" cy="10972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20072" y="2313432"/>
            <a:ext cx="109728" cy="10972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43708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Две системы. Одна цель.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47365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Дать надежный результат сегодня и собрать обучающий контур для более умного подбора завтра.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365760"/>
            <a:ext cx="3474720" cy="2560320"/>
          </a:xfrm>
          <a:prstGeom prst="ellipse">
            <a:avLst/>
          </a:prstGeom>
          <a:solidFill>
            <a:srgbClr val="DBF0FF">
              <a:alpha val="70000"/>
            </a:srgbClr>
          </a:solidFill>
          <a:ln w="12700">
            <a:solidFill>
              <a:srgbClr val="DB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754880"/>
            <a:ext cx="3108960" cy="2194560"/>
          </a:xfrm>
          <a:prstGeom prst="ellipse">
            <a:avLst/>
          </a:prstGeom>
          <a:solidFill>
            <a:srgbClr val="FFF4C7">
              <a:alpha val="65000"/>
            </a:srgbClr>
          </a:solidFill>
          <a:ln w="12700">
            <a:solidFill>
              <a:srgbClr val="FFF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920240"/>
            <a:ext cx="2377440" cy="1828800"/>
          </a:xfrm>
          <a:prstGeom prst="ellipse">
            <a:avLst/>
          </a:prstGeom>
          <a:solidFill>
            <a:srgbClr val="FFE8F0">
              <a:alpha val="55000"/>
            </a:srgbClr>
          </a:solidFill>
          <a:ln w="12700">
            <a:solidFill>
              <a:srgbClr val="FFE8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30352"/>
            <a:ext cx="1965960" cy="292608"/>
          </a:xfrm>
          <a:prstGeom prst="rect">
            <a:avLst/>
          </a:prstGeom>
          <a:solidFill>
            <a:srgbClr val="DCFCE7"/>
          </a:solidFill>
          <a:ln>
            <a:solidFill>
              <a:srgbClr val="86EFA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1: В продакшене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98755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Логика. Цифры. Эвристика.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897880" cy="4297680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12280" y="1828800"/>
            <a:ext cx="2286000" cy="2029968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217152" y="1828800"/>
            <a:ext cx="2286000" cy="2029968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Logistic &amp; Budget Math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2542032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Гео-проксимити (+20 баллов за район, +18 за метро) и жесткие фильтры финансовой совместимости (отсечение при x2).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District Match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9240" y="3657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+20 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" y="3931920"/>
            <a:ext cx="4937760" cy="73152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931920"/>
            <a:ext cx="4937760" cy="73152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159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Metro 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+14 pts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0120" y="4590288"/>
            <a:ext cx="4937760" cy="73152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590288"/>
            <a:ext cx="3474720" cy="73152"/>
          </a:xfrm>
          <a:prstGeom prst="roundRect">
            <a:avLst/>
          </a:prstGeom>
          <a:solidFill>
            <a:srgbClr val="4ADE80">
              <a:alpha val="65000"/>
            </a:srgbClr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2121408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35240" y="2084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26060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Зеркализация приоритетов по воспитанию и реакции на истерику. Избегаем базовых конфликтов.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509760" y="2121408"/>
            <a:ext cx="310896" cy="310896"/>
          </a:xfrm>
          <a:prstGeom prst="ellipse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21824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AI "The Why"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28048" y="2606040"/>
            <a:ext cx="1600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переводит сухой score в понятное объяснение fit: "подходит вам по режиму и ожиданиям к коммуникации".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365760"/>
            <a:ext cx="3474720" cy="2560320"/>
          </a:xfrm>
          <a:prstGeom prst="ellipse">
            <a:avLst/>
          </a:prstGeom>
          <a:solidFill>
            <a:srgbClr val="DBF0FF">
              <a:alpha val="70000"/>
            </a:srgbClr>
          </a:solidFill>
          <a:ln w="12700">
            <a:solidFill>
              <a:srgbClr val="DB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754880"/>
            <a:ext cx="3108960" cy="2194560"/>
          </a:xfrm>
          <a:prstGeom prst="ellipse">
            <a:avLst/>
          </a:prstGeom>
          <a:solidFill>
            <a:srgbClr val="FFF4C7">
              <a:alpha val="65000"/>
            </a:srgbClr>
          </a:solidFill>
          <a:ln w="12700">
            <a:solidFill>
              <a:srgbClr val="FFF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920240"/>
            <a:ext cx="2377440" cy="1828800"/>
          </a:xfrm>
          <a:prstGeom prst="ellipse">
            <a:avLst/>
          </a:prstGeom>
          <a:solidFill>
            <a:srgbClr val="FFE8F0">
              <a:alpha val="55000"/>
            </a:srgbClr>
          </a:solidFill>
          <a:ln w="12700">
            <a:solidFill>
              <a:srgbClr val="FFE8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530352"/>
            <a:ext cx="1737360" cy="292608"/>
          </a:xfrm>
          <a:prstGeom prst="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Архитектурный мост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46120" y="9601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Машина Сбора Данных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40280" y="1572768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Приложение не только помогает выбрать сейчас, но и создает обучающий контур из реальных сигналов успешного долгосрочного матча.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788920" cy="2240280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938528" y="3090672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794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Shadow Scoring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41605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Сохраняем сырые оценки и сигналы до фильтрации, чтобы понять, что действительно влияет на качество матча.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51960" y="2788920"/>
            <a:ext cx="2788920" cy="2240280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67528" y="3090672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794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Controlled Exploration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41605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Небольшая примесь неочевидных кандидатов помогает системе учиться за пределами уже известных правил.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80960" y="2788920"/>
            <a:ext cx="2788920" cy="2240280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796528" y="3090672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37947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Retention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416052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Истинная награда не клик и не чат, а устойчивый fit: вышла ли пара в повторяемое доверие через недели и месяцы.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3730752"/>
            <a:ext cx="384048" cy="16459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730752"/>
            <a:ext cx="384048" cy="16459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365760"/>
            <a:ext cx="3474720" cy="2560320"/>
          </a:xfrm>
          <a:prstGeom prst="ellipse">
            <a:avLst/>
          </a:prstGeom>
          <a:solidFill>
            <a:srgbClr val="DBF0FF">
              <a:alpha val="70000"/>
            </a:srgbClr>
          </a:solidFill>
          <a:ln w="12700">
            <a:solidFill>
              <a:srgbClr val="DBF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754880"/>
            <a:ext cx="3108960" cy="2194560"/>
          </a:xfrm>
          <a:prstGeom prst="ellipse">
            <a:avLst/>
          </a:prstGeom>
          <a:solidFill>
            <a:srgbClr val="FFF4C7">
              <a:alpha val="65000"/>
            </a:srgbClr>
          </a:solidFill>
          <a:ln w="12700">
            <a:solidFill>
              <a:srgbClr val="FFF4C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920240"/>
            <a:ext cx="2377440" cy="1828800"/>
          </a:xfrm>
          <a:prstGeom prst="ellipse">
            <a:avLst/>
          </a:prstGeom>
          <a:solidFill>
            <a:srgbClr val="FFE8F0">
              <a:alpha val="55000"/>
            </a:srgbClr>
          </a:solidFill>
          <a:ln w="12700">
            <a:solidFill>
              <a:srgbClr val="FFE8F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5029200" cy="4709160"/>
          </a:xfrm>
          <a:prstGeom prst="rect">
            <a:avLst/>
          </a:prstGeom>
          <a:solidFill>
            <a:srgbClr val="FFFDF9">
              <a:alpha val="92000"/>
            </a:srgbClr>
          </a:solidFill>
          <a:ln>
            <a:solidFill>
              <a:srgbClr val="E7E5E4"/>
            </a:solidFill>
          </a:ln>
          <a:effectLst>
            <a:outerShdw sx="100000" sy="100000" kx="0" ky="0" algn="bl" rotWithShape="0" blurRad="12700" dist="50800" dir="2700000">
              <a:srgbClr val="D6D3D1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Heuristics vs 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057400"/>
            <a:ext cx="43891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788920"/>
            <a:ext cx="43891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520440"/>
            <a:ext cx="43891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246120"/>
            <a:ext cx="42976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9077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Rule-Based Limit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1560" y="4160520"/>
            <a:ext cx="4069080" cy="-278892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370832" y="15727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 Prediction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896112"/>
            <a:ext cx="2240280" cy="292608"/>
          </a:xfrm>
          <a:prstGeom prst="rect">
            <a:avLst/>
          </a:prstGeom>
          <a:solidFill>
            <a:srgbClr val="FFE4E6"/>
          </a:solidFill>
          <a:ln>
            <a:solidFill>
              <a:srgbClr val="FECDD3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123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Phase II: Целевая Архитектура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35331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Контекстные Бандиты &amp; Вектора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10528" y="226771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Настоящий moat появляется не в момент запуска модели, а в момент накопления качественных исходов. Тогда подбор превращается из сравнения анкет в прогноз долгосрочного успешного fit.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3675888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 скрытых паттернов: семантика отзывов, повторяемые trust-сигналы, неочевидные корреляции между ожиданиями семьи и стилем няни.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Переход от оптимизации "открытых чатов" к оптимизации "стабильных долгих отношений без срывов".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Blizko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Blizko: Matching Evolution</dc:title>
  <dc:subject>Matching Evolution</dc:subject>
  <dc:creator>Codex</dc:creator>
  <cp:lastModifiedBy>Codex</cp:lastModifiedBy>
  <cp:revision>1</cp:revision>
  <dcterms:created xsi:type="dcterms:W3CDTF">2026-04-02T15:29:42Z</dcterms:created>
  <dcterms:modified xsi:type="dcterms:W3CDTF">2026-04-02T15:29:42Z</dcterms:modified>
</cp:coreProperties>
</file>